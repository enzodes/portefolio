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39F45F-B5C7-476E-A023-40D70F299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278FB12-1ECD-46F6-A179-31BB46953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87F96B-DF2C-46A8-A02C-817A5C2FA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CA4388-46C4-4CAB-AAD2-8A45639F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FBCD59-C701-4A68-BE58-5AA58E67B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7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5AA7A8-5EEA-470F-8808-E97D8D45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90AE14-4EFA-439C-BD01-7F989F1EB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1E1A07-DF72-4440-8D66-70832F0DA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419259-F968-495A-89B4-E635C9C7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3F8D50-CEB8-451F-9620-8A6A5521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2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8ACBAD-05E6-4829-8559-DF381AE88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776FC2-5341-488C-A7CD-630BFC03C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EA01C4-D633-4EFF-A7FA-1C379769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58A229-2600-4B64-B7AC-6CF204AE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8FB35E-3D7B-44B3-8EEC-E20C54A6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0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BFDF1-B434-4DDF-8D02-13CA7206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073173-9883-4107-8390-F4E4657C4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A30C00-0869-4961-9AC7-A87AB90FE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6A0473-9DBA-4B57-A7A4-1694067F6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6731BC-1619-470F-9B05-09D927C8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5D5C36-8903-49B7-90C6-995A2AA7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4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96BE03-BCB5-461D-921E-94E18865C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C05C-808C-4013-839F-F14CFD2AE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3DC666-4CBA-4B38-8FCA-31601B1B2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0311358-F594-4B0E-8FCE-3AF25BA2D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1ED3DE8-FF79-44AA-B8D7-6F1F974EB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B181E51-2A1A-4146-B11B-1A4D915A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57FC544-19DD-428B-BE5A-F661F4E9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AA34699-FA71-4090-9735-CC583309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6A1449-7567-4701-9805-675F9C965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396D8B1-3563-471D-9038-59BB43102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215E67F-C76F-4246-9100-8D619B8B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17825CF-BB44-4FB2-9281-DBAF0F02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6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B46EEB9-AC63-410A-A128-1AE8DACE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6B5F657-CE4A-4597-999D-32405142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3835FA-F010-45F3-9967-B603A566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5E379-2E8D-43EC-9D59-8A0A7F05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6D484F-D2EC-4F27-A123-4E85080F0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B3E100-AAD1-47BC-9CCE-73C0A06D4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107F24-5061-4999-A62B-8EDBDD99C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029B51-E480-4DF4-AABB-6F70883C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16760C-5BBD-45EC-A6A5-CC77B86A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4E9811-EF42-4998-9D60-901C911F6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69791BB-52BB-4BDD-9A8E-651195E24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5A89B4-8404-49AB-9204-C013083C7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8191FB-0D44-486D-B1EA-55D04ABE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58460D-B2C6-46DC-98B6-A757A97F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AECD6C-311A-4646-89D8-EC01D349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1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4197FC-340E-4748-8BA6-A45B875A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CB57FA-2670-49E0-9E42-3D0DFA662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D48EBF-6739-402D-B4DB-15DED3B9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F76D7B-ACC4-46AC-9EFF-8AD19A66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AD14DA-6B31-4B57-87E4-6CDCF7747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9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2368D51-F0CB-41A8-B150-58BE8C492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38BECC-B468-4B74-BA37-A9F14F57A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2739EE-D93E-49F0-BB2A-E5F4C8FB3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18DEC4-1512-47E2-9583-7D67DC66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58EA08-983F-46FE-BED9-27612F7E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6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5242602-603A-49A0-A619-ECBCF9BC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6E9A7C-04C0-428C-83A7-9B2C15084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4158BD-B594-4A00-8D99-1F9A944BE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8B641-A135-4401-8BD6-0D8F9634DB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632B93-36D2-4626-B8AE-8492234CE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7CBF2B-F4E0-4DF6-A479-5FF333DAB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92A4E-94C6-46FE-AAC9-223CB76B7EC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6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29D03F-A1AE-4693-A6D9-EB9425D361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Veille </a:t>
            </a:r>
            <a:r>
              <a:rPr lang="fr-FR"/>
              <a:t>Techologique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67EB72-3E69-4207-AF01-6AE40ABDA3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476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Veille Techologique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Veille Techologique</dc:title>
  <dc:creator>DESMARETS Enzo</dc:creator>
  <cp:lastModifiedBy>DESMARETS Enzo</cp:lastModifiedBy>
  <cp:revision>1</cp:revision>
  <dcterms:created xsi:type="dcterms:W3CDTF">2026-03-11T11:48:25Z</dcterms:created>
  <dcterms:modified xsi:type="dcterms:W3CDTF">2026-03-11T11:48:35Z</dcterms:modified>
</cp:coreProperties>
</file>